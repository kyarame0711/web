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91ECDAA-2EC1-4CFD-B44D-7EEFC63F5507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FDE7C5C-C9F5-4D3E-B764-F8E97B9FBF5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3330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CDAA-2EC1-4CFD-B44D-7EEFC63F5507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7C5C-C9F5-4D3E-B764-F8E97B9FBF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040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91ECDAA-2EC1-4CFD-B44D-7EEFC63F5507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DE7C5C-C9F5-4D3E-B764-F8E97B9FBF5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738790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CDAA-2EC1-4CFD-B44D-7EEFC63F5507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7C5C-C9F5-4D3E-B764-F8E97B9FBF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1324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CDAA-2EC1-4CFD-B44D-7EEFC63F5507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7C5C-C9F5-4D3E-B764-F8E97B9FBF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0114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CDAA-2EC1-4CFD-B44D-7EEFC63F5507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7C5C-C9F5-4D3E-B764-F8E97B9FBF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255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CDAA-2EC1-4CFD-B44D-7EEFC63F5507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7C5C-C9F5-4D3E-B764-F8E97B9FBF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6959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91ECDAA-2EC1-4CFD-B44D-7EEFC63F5507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DE7C5C-C9F5-4D3E-B764-F8E97B9FBF5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54566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91ECDAA-2EC1-4CFD-B44D-7EEFC63F5507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DE7C5C-C9F5-4D3E-B764-F8E97B9FBF5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26861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CDAA-2EC1-4CFD-B44D-7EEFC63F5507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7C5C-C9F5-4D3E-B764-F8E97B9FBF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5367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CDAA-2EC1-4CFD-B44D-7EEFC63F5507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7C5C-C9F5-4D3E-B764-F8E97B9FBF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6957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191ECDAA-2EC1-4CFD-B44D-7EEFC63F5507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FDE7C5C-C9F5-4D3E-B764-F8E97B9FBF5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55118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kumimoji="1"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kumimoji="1"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kumimoji="1"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kumimoji="1"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kumimoji="1"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kumimoji="1"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kumimoji="1"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kumimoji="1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kumimoji="1"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kumimoji="1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B01B9E-D66A-77BB-D73D-B807916EB5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中間発表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EDD395D-7687-1929-A53E-4DC610A0C4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25017</a:t>
            </a:r>
            <a:r>
              <a:rPr kumimoji="1" lang="ja-JP" altLang="en-US" dirty="0"/>
              <a:t>　伊藤千裕</a:t>
            </a:r>
          </a:p>
        </p:txBody>
      </p:sp>
    </p:spTree>
    <p:extLst>
      <p:ext uri="{BB962C8B-B14F-4D97-AF65-F5344CB8AC3E}">
        <p14:creationId xmlns:p14="http://schemas.microsoft.com/office/powerpoint/2010/main" val="3506464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AF9C15-50FD-2963-A1F2-057FD20F3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ctr"/>
            <a:r>
              <a:rPr kumimoji="1" lang="ja-JP" altLang="en-US" sz="6000" b="1" dirty="0">
                <a:solidFill>
                  <a:schemeClr val="bg2"/>
                </a:solidFill>
              </a:rPr>
              <a:t>テーマ１</a:t>
            </a: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489C16-72D5-2F40-02DA-DF1D70B16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4200" y="541867"/>
            <a:ext cx="6350000" cy="5512093"/>
          </a:xfrm>
        </p:spPr>
        <p:txBody>
          <a:bodyPr anchor="ctr">
            <a:normAutofit/>
          </a:bodyPr>
          <a:lstStyle/>
          <a:p>
            <a:r>
              <a:rPr kumimoji="1" lang="en-US" altLang="ja-JP" sz="7200" dirty="0"/>
              <a:t>PC</a:t>
            </a:r>
            <a:r>
              <a:rPr kumimoji="1" lang="ja-JP" altLang="en-US" sz="7200" dirty="0"/>
              <a:t>のスペック紹介サイト</a:t>
            </a:r>
          </a:p>
        </p:txBody>
      </p:sp>
    </p:spTree>
    <p:extLst>
      <p:ext uri="{BB962C8B-B14F-4D97-AF65-F5344CB8AC3E}">
        <p14:creationId xmlns:p14="http://schemas.microsoft.com/office/powerpoint/2010/main" val="1705222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46DA2C-6AE6-5260-6AB3-28CF848D8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436034"/>
            <a:ext cx="9601200" cy="1485900"/>
          </a:xfrm>
        </p:spPr>
        <p:txBody>
          <a:bodyPr/>
          <a:lstStyle/>
          <a:p>
            <a:r>
              <a:rPr kumimoji="1" lang="ja-JP" altLang="en-US" dirty="0"/>
              <a:t>背景・目的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84A4DAF-F98E-C3DE-A20A-16EDB1CE4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1921934"/>
            <a:ext cx="9533467" cy="3581400"/>
          </a:xfrm>
        </p:spPr>
        <p:txBody>
          <a:bodyPr>
            <a:normAutofit/>
          </a:bodyPr>
          <a:lstStyle/>
          <a:p>
            <a:r>
              <a:rPr lang="ja-JP" altLang="ja-JP" sz="5400" dirty="0"/>
              <a:t>・PC初心者でもスペック</a:t>
            </a:r>
            <a:r>
              <a:rPr lang="ja-JP" altLang="en-US" sz="5400" dirty="0"/>
              <a:t>が　　</a:t>
            </a:r>
            <a:r>
              <a:rPr lang="ja-JP" altLang="ja-JP" sz="5400" dirty="0"/>
              <a:t>理解できるサイト制作</a:t>
            </a:r>
          </a:p>
          <a:p>
            <a:r>
              <a:rPr lang="ja-JP" altLang="ja-JP" sz="5400" dirty="0"/>
              <a:t>・ゲームに合ったPC選び</a:t>
            </a:r>
            <a:endParaRPr lang="en-US" altLang="ja-JP" sz="5400" dirty="0"/>
          </a:p>
          <a:p>
            <a:pPr marL="0" indent="0">
              <a:buNone/>
            </a:pPr>
            <a:r>
              <a:rPr lang="ja-JP" altLang="en-US" sz="5400" dirty="0"/>
              <a:t>　</a:t>
            </a:r>
            <a:r>
              <a:rPr lang="ja-JP" altLang="ja-JP" sz="5400" dirty="0"/>
              <a:t>をサポート</a:t>
            </a:r>
          </a:p>
        </p:txBody>
      </p:sp>
    </p:spTree>
    <p:extLst>
      <p:ext uri="{BB962C8B-B14F-4D97-AF65-F5344CB8AC3E}">
        <p14:creationId xmlns:p14="http://schemas.microsoft.com/office/powerpoint/2010/main" val="1552752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6FF25F-A11B-4ADE-8B56-A10A58A60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0" y="364067"/>
            <a:ext cx="9601200" cy="1485900"/>
          </a:xfrm>
        </p:spPr>
        <p:txBody>
          <a:bodyPr/>
          <a:lstStyle/>
          <a:p>
            <a:r>
              <a:rPr kumimoji="1" lang="ja-JP" altLang="en-US" dirty="0"/>
              <a:t>内容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E66007-D29F-7378-5215-4A5E9F00E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333" y="2463801"/>
            <a:ext cx="11125200" cy="3920066"/>
          </a:xfrm>
        </p:spPr>
        <p:txBody>
          <a:bodyPr>
            <a:noAutofit/>
          </a:bodyPr>
          <a:lstStyle/>
          <a:p>
            <a:r>
              <a:rPr lang="ja-JP" altLang="ja-JP" sz="4000" dirty="0"/>
              <a:t>・CPU・GPU・メモリ・SSDなどの役割を解説</a:t>
            </a:r>
          </a:p>
          <a:p>
            <a:r>
              <a:rPr lang="ja-JP" altLang="ja-JP" sz="4000" dirty="0"/>
              <a:t>・ゲームに合わせたおすすめPC構成を紹介 </a:t>
            </a:r>
          </a:p>
          <a:p>
            <a:r>
              <a:rPr lang="ja-JP" altLang="ja-JP" sz="4000" dirty="0"/>
              <a:t>・予算や用途に応じたPCの選び方を紹介</a:t>
            </a:r>
            <a:endParaRPr lang="en-US" altLang="ja-JP" sz="4000" dirty="0"/>
          </a:p>
          <a:p>
            <a:r>
              <a:rPr lang="ja-JP" altLang="ja-JP" sz="4000" dirty="0"/>
              <a:t>・ゲームごとの必要スペックを比較</a:t>
            </a:r>
          </a:p>
        </p:txBody>
      </p:sp>
    </p:spTree>
    <p:extLst>
      <p:ext uri="{BB962C8B-B14F-4D97-AF65-F5344CB8AC3E}">
        <p14:creationId xmlns:p14="http://schemas.microsoft.com/office/powerpoint/2010/main" val="1482419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F7720B-2F6A-A7BC-C1D0-A849AA857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ctr"/>
            <a:r>
              <a:rPr kumimoji="1" lang="ja-JP" altLang="en-US" sz="6000" b="1" dirty="0">
                <a:solidFill>
                  <a:schemeClr val="bg2"/>
                </a:solidFill>
              </a:rPr>
              <a:t>テーマ２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DAE983-5CBB-59F3-18A0-7C4C875B3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1867" y="791570"/>
            <a:ext cx="6366933" cy="5262390"/>
          </a:xfrm>
        </p:spPr>
        <p:txBody>
          <a:bodyPr anchor="ctr">
            <a:normAutofit/>
          </a:bodyPr>
          <a:lstStyle/>
          <a:p>
            <a:r>
              <a:rPr kumimoji="1" lang="ja-JP" altLang="en-US" sz="7200" dirty="0"/>
              <a:t>果樹園サイト</a:t>
            </a:r>
          </a:p>
        </p:txBody>
      </p:sp>
    </p:spTree>
    <p:extLst>
      <p:ext uri="{BB962C8B-B14F-4D97-AF65-F5344CB8AC3E}">
        <p14:creationId xmlns:p14="http://schemas.microsoft.com/office/powerpoint/2010/main" val="3090439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D2298F-ED67-4DF1-AEC5-6B52E21F1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33401"/>
            <a:ext cx="9601200" cy="1485900"/>
          </a:xfrm>
        </p:spPr>
        <p:txBody>
          <a:bodyPr/>
          <a:lstStyle/>
          <a:p>
            <a:r>
              <a:rPr kumimoji="1" lang="ja-JP" altLang="en-US" dirty="0"/>
              <a:t>背景・内容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F8380F-EFDF-B7A4-4998-C0F909C45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532" y="2260600"/>
            <a:ext cx="11184468" cy="3581400"/>
          </a:xfrm>
        </p:spPr>
        <p:txBody>
          <a:bodyPr>
            <a:normAutofit/>
          </a:bodyPr>
          <a:lstStyle/>
          <a:p>
            <a:r>
              <a:rPr lang="ja-JP" altLang="ja-JP" sz="5400" dirty="0"/>
              <a:t>・果樹園の魅力を多くの人に</a:t>
            </a:r>
            <a:r>
              <a:rPr lang="ja-JP" altLang="en-US" sz="5400" dirty="0"/>
              <a:t>　　</a:t>
            </a:r>
            <a:r>
              <a:rPr lang="ja-JP" altLang="ja-JP" sz="5400" dirty="0"/>
              <a:t>伝える</a:t>
            </a:r>
          </a:p>
          <a:p>
            <a:r>
              <a:rPr lang="ja-JP" altLang="ja-JP" sz="5400" dirty="0"/>
              <a:t>・利用者が必要な情報を見つけ</a:t>
            </a:r>
            <a:r>
              <a:rPr lang="ja-JP" altLang="en-US" sz="5400" dirty="0"/>
              <a:t>　</a:t>
            </a:r>
            <a:r>
              <a:rPr lang="ja-JP" altLang="ja-JP" sz="5400" dirty="0"/>
              <a:t>やすいサイト制作</a:t>
            </a:r>
          </a:p>
        </p:txBody>
      </p:sp>
    </p:spTree>
    <p:extLst>
      <p:ext uri="{BB962C8B-B14F-4D97-AF65-F5344CB8AC3E}">
        <p14:creationId xmlns:p14="http://schemas.microsoft.com/office/powerpoint/2010/main" val="3373366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A81369-A628-1DCC-4545-31FE58D44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457200"/>
            <a:ext cx="9601200" cy="1485900"/>
          </a:xfrm>
        </p:spPr>
        <p:txBody>
          <a:bodyPr/>
          <a:lstStyle/>
          <a:p>
            <a:r>
              <a:rPr kumimoji="1" lang="ja-JP" altLang="en-US" dirty="0"/>
              <a:t>内容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CC2D48-0691-5C2A-378D-86F5391C5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333" y="2015067"/>
            <a:ext cx="10964334" cy="3581400"/>
          </a:xfrm>
        </p:spPr>
        <p:txBody>
          <a:bodyPr>
            <a:noAutofit/>
          </a:bodyPr>
          <a:lstStyle/>
          <a:p>
            <a:r>
              <a:rPr lang="ja-JP" altLang="ja-JP" sz="5400" dirty="0"/>
              <a:t>・果樹園の紹介・歴史</a:t>
            </a:r>
          </a:p>
          <a:p>
            <a:r>
              <a:rPr lang="ja-JP" altLang="ja-JP" sz="5400" dirty="0"/>
              <a:t>・収穫できる果実・旬・収穫時期</a:t>
            </a:r>
            <a:endParaRPr lang="en-US" altLang="ja-JP" sz="5400" dirty="0"/>
          </a:p>
          <a:p>
            <a:r>
              <a:rPr lang="ja-JP" altLang="ja-JP" sz="5400" dirty="0"/>
              <a:t>・生産者紹介・挨拶</a:t>
            </a:r>
            <a:endParaRPr lang="en-US" altLang="ja-JP" sz="5400" dirty="0"/>
          </a:p>
          <a:p>
            <a:r>
              <a:rPr lang="ja-JP" altLang="ja-JP" sz="5400" dirty="0"/>
              <a:t>・商品紹介</a:t>
            </a:r>
          </a:p>
        </p:txBody>
      </p:sp>
    </p:spTree>
    <p:extLst>
      <p:ext uri="{BB962C8B-B14F-4D97-AF65-F5344CB8AC3E}">
        <p14:creationId xmlns:p14="http://schemas.microsoft.com/office/powerpoint/2010/main" val="4025500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CE260DC-07DC-D277-A73C-C58FD1FF3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kumimoji="1" lang="ja-JP" altLang="en-US" sz="5400" dirty="0">
                <a:solidFill>
                  <a:schemeClr val="bg2"/>
                </a:solidFill>
              </a:rPr>
              <a:t>チラシ課題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3E306B-9A03-89C8-4143-42B7868D9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kumimoji="1" lang="ja-JP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828314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C21A96-5921-9A1B-F9DA-65DC9FC86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D3DDF3-A6EE-97F2-B2B6-615DC9068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3679976"/>
      </p:ext>
    </p:extLst>
  </p:cSld>
  <p:clrMapOvr>
    <a:masterClrMapping/>
  </p:clrMapOvr>
</p:sld>
</file>

<file path=ppt/theme/theme1.xml><?xml version="1.0" encoding="utf-8"?>
<a:theme xmlns:a="http://schemas.openxmlformats.org/drawingml/2006/main" name="トリミング">
  <a:themeElements>
    <a:clrScheme name="トリミン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トリミン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トリミン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TM10001105[[fn=トリミング]]</Template>
  <TotalTime>1490</TotalTime>
  <Words>133</Words>
  <Application>Microsoft Office PowerPoint</Application>
  <PresentationFormat>ワイド画面</PresentationFormat>
  <Paragraphs>24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1" baseType="lpstr">
      <vt:lpstr>Franklin Gothic Book</vt:lpstr>
      <vt:lpstr>トリミング</vt:lpstr>
      <vt:lpstr>中間発表</vt:lpstr>
      <vt:lpstr>テーマ１</vt:lpstr>
      <vt:lpstr>背景・目的</vt:lpstr>
      <vt:lpstr>内容</vt:lpstr>
      <vt:lpstr>テーマ２</vt:lpstr>
      <vt:lpstr>背景・内容</vt:lpstr>
      <vt:lpstr>内容</vt:lpstr>
      <vt:lpstr>チラシ課題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伊藤　千裕</dc:creator>
  <cp:lastModifiedBy>伊藤　千裕</cp:lastModifiedBy>
  <cp:revision>4</cp:revision>
  <dcterms:created xsi:type="dcterms:W3CDTF">2026-07-02T00:44:32Z</dcterms:created>
  <dcterms:modified xsi:type="dcterms:W3CDTF">2026-07-03T03:16:07Z</dcterms:modified>
</cp:coreProperties>
</file>