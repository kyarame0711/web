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1282" y="5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3330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0403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8738790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1324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0114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2558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6959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45456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526861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5367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6957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191ECDAA-2EC1-4CFD-B44D-7EEFC63F5507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55118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B01B9E-D66A-77BB-D73D-B807916EB5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卒業制作</a:t>
            </a:r>
            <a:br>
              <a:rPr kumimoji="1" lang="en-US" altLang="ja-JP" dirty="0"/>
            </a:br>
            <a:r>
              <a:rPr kumimoji="1" lang="ja-JP" altLang="en-US" dirty="0"/>
              <a:t>テーマ・中間発表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EDD395D-7687-1929-A53E-4DC610A0C4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en-US" altLang="ja-JP" sz="4800" dirty="0"/>
              <a:t>25017</a:t>
            </a:r>
            <a:r>
              <a:rPr kumimoji="1" lang="ja-JP" altLang="en-US" sz="4800" dirty="0"/>
              <a:t>　伊藤千裕</a:t>
            </a:r>
          </a:p>
        </p:txBody>
      </p:sp>
    </p:spTree>
    <p:extLst>
      <p:ext uri="{BB962C8B-B14F-4D97-AF65-F5344CB8AC3E}">
        <p14:creationId xmlns:p14="http://schemas.microsoft.com/office/powerpoint/2010/main" val="3506464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812C54-7AEF-4ABB-826E-221F51CB0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1F40E4-8A76-44CF-91EC-907367352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6"/>
            <a:ext cx="304441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171013-D973-4187-9CF2-EE098EEF8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81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5ADD702-1181-237C-4D3B-47B48188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2163" y="1221475"/>
            <a:ext cx="8250380" cy="4415050"/>
          </a:xfrm>
        </p:spPr>
        <p:txBody>
          <a:bodyPr>
            <a:noAutofit/>
          </a:bodyPr>
          <a:lstStyle/>
          <a:p>
            <a:r>
              <a:rPr kumimoji="1" lang="ja-JP" altLang="en-US" sz="6000" dirty="0"/>
              <a:t>テーマ</a:t>
            </a:r>
            <a:endParaRPr kumimoji="1" lang="en-US" altLang="ja-JP" sz="6000" dirty="0"/>
          </a:p>
          <a:p>
            <a:r>
              <a:rPr lang="ja-JP" altLang="en-US" sz="6000" dirty="0"/>
              <a:t>目的</a:t>
            </a:r>
            <a:endParaRPr lang="en-US" altLang="ja-JP" sz="6000" dirty="0"/>
          </a:p>
          <a:p>
            <a:r>
              <a:rPr kumimoji="1" lang="ja-JP" altLang="en-US" sz="6000" dirty="0"/>
              <a:t>内容</a:t>
            </a:r>
            <a:endParaRPr kumimoji="1" lang="en-US" altLang="ja-JP" sz="6000" dirty="0"/>
          </a:p>
          <a:p>
            <a:r>
              <a:rPr lang="ja-JP" altLang="en-US" sz="6000" dirty="0"/>
              <a:t>今後の流れ</a:t>
            </a:r>
            <a:endParaRPr kumimoji="1" lang="ja-JP" altLang="en-US" sz="600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D6C8FA2-CCA1-79B6-A60E-449F8B7DD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39659" y="2984500"/>
            <a:ext cx="3384069" cy="1092200"/>
          </a:xfrm>
        </p:spPr>
        <p:txBody>
          <a:bodyPr>
            <a:normAutofit fontScale="90000"/>
          </a:bodyPr>
          <a:lstStyle/>
          <a:p>
            <a:pPr algn="ctr"/>
            <a:r>
              <a:rPr kumimoji="1" lang="ja-JP" altLang="en-US" sz="7200" b="1" dirty="0">
                <a:solidFill>
                  <a:schemeClr val="bg1"/>
                </a:solidFill>
              </a:rPr>
              <a:t>もくじ</a:t>
            </a:r>
          </a:p>
        </p:txBody>
      </p:sp>
    </p:spTree>
    <p:extLst>
      <p:ext uri="{BB962C8B-B14F-4D97-AF65-F5344CB8AC3E}">
        <p14:creationId xmlns:p14="http://schemas.microsoft.com/office/powerpoint/2010/main" val="357565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BAF9C15-50FD-2963-A1F2-057FD20F3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ctr"/>
            <a:r>
              <a:rPr kumimoji="1" lang="ja-JP" altLang="en-US" sz="6000" b="1" dirty="0">
                <a:solidFill>
                  <a:schemeClr val="bg2"/>
                </a:solidFill>
              </a:rPr>
              <a:t>テーマ１</a:t>
            </a:r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489C16-72D5-2F40-02DA-DF1D70B16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0" y="541867"/>
            <a:ext cx="6350000" cy="5512093"/>
          </a:xfrm>
        </p:spPr>
        <p:txBody>
          <a:bodyPr anchor="ctr">
            <a:normAutofit/>
          </a:bodyPr>
          <a:lstStyle/>
          <a:p>
            <a:r>
              <a:rPr kumimoji="1" lang="en-US" altLang="ja-JP" sz="7200" dirty="0"/>
              <a:t>PC</a:t>
            </a:r>
            <a:r>
              <a:rPr kumimoji="1" lang="ja-JP" altLang="en-US" sz="7200" dirty="0"/>
              <a:t>スペックの紹介サイト</a:t>
            </a:r>
          </a:p>
        </p:txBody>
      </p:sp>
    </p:spTree>
    <p:extLst>
      <p:ext uri="{BB962C8B-B14F-4D97-AF65-F5344CB8AC3E}">
        <p14:creationId xmlns:p14="http://schemas.microsoft.com/office/powerpoint/2010/main" val="1705222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46DA2C-6AE6-5260-6AB3-28CF848D8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436034"/>
            <a:ext cx="9601200" cy="1485900"/>
          </a:xfrm>
        </p:spPr>
        <p:txBody>
          <a:bodyPr/>
          <a:lstStyle/>
          <a:p>
            <a:r>
              <a:rPr kumimoji="1" lang="ja-JP" altLang="en-US" dirty="0"/>
              <a:t>目的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84A4DAF-F98E-C3DE-A20A-16EDB1CE4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1921934"/>
            <a:ext cx="9533467" cy="3581400"/>
          </a:xfrm>
        </p:spPr>
        <p:txBody>
          <a:bodyPr>
            <a:normAutofit/>
          </a:bodyPr>
          <a:lstStyle/>
          <a:p>
            <a:r>
              <a:rPr lang="ja-JP" altLang="ja-JP" sz="5400" dirty="0"/>
              <a:t>PC初心者でもスペック</a:t>
            </a:r>
            <a:r>
              <a:rPr lang="ja-JP" altLang="en-US" sz="5400" dirty="0"/>
              <a:t>が　　</a:t>
            </a:r>
            <a:r>
              <a:rPr lang="ja-JP" altLang="ja-JP" sz="5400" dirty="0"/>
              <a:t>理解できるサイト制作</a:t>
            </a:r>
          </a:p>
          <a:p>
            <a:r>
              <a:rPr lang="ja-JP" altLang="ja-JP" sz="5400" dirty="0"/>
              <a:t>ゲームに合ったPC選び</a:t>
            </a:r>
            <a:endParaRPr lang="en-US" altLang="ja-JP" sz="5400" dirty="0"/>
          </a:p>
          <a:p>
            <a:pPr marL="0" indent="0">
              <a:buNone/>
            </a:pPr>
            <a:r>
              <a:rPr lang="ja-JP" altLang="en-US" sz="5400" dirty="0"/>
              <a:t>　</a:t>
            </a:r>
            <a:r>
              <a:rPr lang="ja-JP" altLang="ja-JP" sz="5400" dirty="0"/>
              <a:t>をサポート</a:t>
            </a:r>
          </a:p>
        </p:txBody>
      </p:sp>
    </p:spTree>
    <p:extLst>
      <p:ext uri="{BB962C8B-B14F-4D97-AF65-F5344CB8AC3E}">
        <p14:creationId xmlns:p14="http://schemas.microsoft.com/office/powerpoint/2010/main" val="1552752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6FF25F-A11B-4ADE-8B56-A10A58A60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200" y="364067"/>
            <a:ext cx="9601200" cy="1485900"/>
          </a:xfrm>
        </p:spPr>
        <p:txBody>
          <a:bodyPr/>
          <a:lstStyle/>
          <a:p>
            <a:r>
              <a:rPr kumimoji="1" lang="ja-JP" altLang="en-US" dirty="0"/>
              <a:t>サイトの内容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E66007-D29F-7378-5215-4A5E9F00E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6667" y="1761066"/>
            <a:ext cx="11125200" cy="4275667"/>
          </a:xfrm>
        </p:spPr>
        <p:txBody>
          <a:bodyPr>
            <a:noAutofit/>
          </a:bodyPr>
          <a:lstStyle/>
          <a:p>
            <a:r>
              <a:rPr lang="ja-JP" altLang="ja-JP" sz="2400" dirty="0"/>
              <a:t>- ページ１「サイト概要」</a:t>
            </a:r>
          </a:p>
          <a:p>
            <a:r>
              <a:rPr lang="ja-JP" altLang="ja-JP" sz="2400" dirty="0"/>
              <a:t>- ページ２「ゲームを一覧表示」</a:t>
            </a:r>
          </a:p>
          <a:p>
            <a:r>
              <a:rPr lang="ja-JP" altLang="ja-JP" sz="2400" dirty="0"/>
              <a:t>- ページ３「ゲーム概要、最低・推奨スペック、対応OS、必要ストレージ」</a:t>
            </a:r>
          </a:p>
          <a:p>
            <a:r>
              <a:rPr lang="ja-JP" altLang="ja-JP" sz="2400" dirty="0"/>
              <a:t>- ページ４「ゲームごとの必要スペックを比較」</a:t>
            </a:r>
          </a:p>
          <a:p>
            <a:r>
              <a:rPr lang="ja-JP" altLang="ja-JP" sz="2400" dirty="0"/>
              <a:t>- ページ５「ゲームに合わせたおすすめPC構成を紹介」</a:t>
            </a:r>
          </a:p>
          <a:p>
            <a:r>
              <a:rPr lang="ja-JP" altLang="ja-JP" sz="2400" dirty="0"/>
              <a:t>- ページ６「CPU・GPU・メモリ・SSDなどの役割を解説」 </a:t>
            </a:r>
          </a:p>
          <a:p>
            <a:r>
              <a:rPr lang="ja-JP" altLang="ja-JP" sz="2400" dirty="0"/>
              <a:t>- ページ７「予算や用途に応じたPCの選び方を紹介」</a:t>
            </a:r>
          </a:p>
          <a:p>
            <a:r>
              <a:rPr lang="ja-JP" altLang="ja-JP" sz="2400" dirty="0"/>
              <a:t>- ページ８「よくある質問と回答・お問い合わせフォーム・購入フォーム」</a:t>
            </a:r>
          </a:p>
        </p:txBody>
      </p:sp>
    </p:spTree>
    <p:extLst>
      <p:ext uri="{BB962C8B-B14F-4D97-AF65-F5344CB8AC3E}">
        <p14:creationId xmlns:p14="http://schemas.microsoft.com/office/powerpoint/2010/main" val="1482419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CF7720B-2F6A-A7BC-C1D0-A849AA857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ctr"/>
            <a:r>
              <a:rPr kumimoji="1" lang="ja-JP" altLang="en-US" sz="6000" b="1" dirty="0">
                <a:solidFill>
                  <a:schemeClr val="bg2"/>
                </a:solidFill>
              </a:rPr>
              <a:t>テーマ２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EDAE983-5CBB-59F3-18A0-7C4C875B3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1867" y="791570"/>
            <a:ext cx="6366933" cy="5262390"/>
          </a:xfrm>
        </p:spPr>
        <p:txBody>
          <a:bodyPr anchor="ctr">
            <a:normAutofit/>
          </a:bodyPr>
          <a:lstStyle/>
          <a:p>
            <a:r>
              <a:rPr kumimoji="1" lang="ja-JP" altLang="en-US" sz="7200" dirty="0"/>
              <a:t>果樹園サイト</a:t>
            </a:r>
          </a:p>
        </p:txBody>
      </p:sp>
    </p:spTree>
    <p:extLst>
      <p:ext uri="{BB962C8B-B14F-4D97-AF65-F5344CB8AC3E}">
        <p14:creationId xmlns:p14="http://schemas.microsoft.com/office/powerpoint/2010/main" val="3090439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D2298F-ED67-4DF1-AEC5-6B52E21F1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533401"/>
            <a:ext cx="9601200" cy="1485900"/>
          </a:xfrm>
        </p:spPr>
        <p:txBody>
          <a:bodyPr/>
          <a:lstStyle/>
          <a:p>
            <a:r>
              <a:rPr lang="ja-JP" altLang="en-US" dirty="0"/>
              <a:t>目的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F8380F-EFDF-B7A4-4998-C0F909C45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0532" y="2260600"/>
            <a:ext cx="11184468" cy="3581400"/>
          </a:xfrm>
        </p:spPr>
        <p:txBody>
          <a:bodyPr>
            <a:normAutofit/>
          </a:bodyPr>
          <a:lstStyle/>
          <a:p>
            <a:r>
              <a:rPr lang="ja-JP" altLang="ja-JP" sz="5400" dirty="0"/>
              <a:t>果樹園の魅力を多くの人に</a:t>
            </a:r>
            <a:r>
              <a:rPr lang="ja-JP" altLang="en-US" sz="5400" dirty="0"/>
              <a:t>知ってもらいたい</a:t>
            </a:r>
            <a:endParaRPr lang="ja-JP" altLang="ja-JP" sz="5400" dirty="0"/>
          </a:p>
          <a:p>
            <a:r>
              <a:rPr lang="ja-JP" altLang="ja-JP" sz="5400" dirty="0"/>
              <a:t>利用者が必要な情報を見つけ</a:t>
            </a:r>
            <a:r>
              <a:rPr lang="ja-JP" altLang="en-US" sz="5400" dirty="0"/>
              <a:t>　　</a:t>
            </a:r>
            <a:r>
              <a:rPr lang="ja-JP" altLang="ja-JP" sz="5400" dirty="0"/>
              <a:t>やすいサイト制作</a:t>
            </a:r>
          </a:p>
        </p:txBody>
      </p:sp>
    </p:spTree>
    <p:extLst>
      <p:ext uri="{BB962C8B-B14F-4D97-AF65-F5344CB8AC3E}">
        <p14:creationId xmlns:p14="http://schemas.microsoft.com/office/powerpoint/2010/main" val="3373366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A81369-A628-1DCC-4545-31FE58D44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457200"/>
            <a:ext cx="9601200" cy="1485900"/>
          </a:xfrm>
        </p:spPr>
        <p:txBody>
          <a:bodyPr/>
          <a:lstStyle/>
          <a:p>
            <a:r>
              <a:rPr kumimoji="1" lang="ja-JP" altLang="en-US" dirty="0"/>
              <a:t>サイトの内容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6CC2D48-0691-5C2A-378D-86F5391C5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333" y="2053167"/>
            <a:ext cx="10964334" cy="4114800"/>
          </a:xfrm>
        </p:spPr>
        <p:txBody>
          <a:bodyPr>
            <a:noAutofit/>
          </a:bodyPr>
          <a:lstStyle/>
          <a:p>
            <a:r>
              <a:rPr lang="ja-JP" altLang="ja-JP" dirty="0"/>
              <a:t>- ページ１「果樹園の紹介」</a:t>
            </a:r>
          </a:p>
          <a:p>
            <a:r>
              <a:rPr lang="ja-JP" altLang="ja-JP" dirty="0"/>
              <a:t>- ページ２「歴史」</a:t>
            </a:r>
          </a:p>
          <a:p>
            <a:r>
              <a:rPr lang="ja-JP" altLang="ja-JP" dirty="0"/>
              <a:t>- ページ３「生産者紹介・こだわり」</a:t>
            </a:r>
          </a:p>
          <a:p>
            <a:r>
              <a:rPr lang="ja-JP" altLang="ja-JP" dirty="0"/>
              <a:t>- ページ４「果実紹介（旬・収穫時期・品種紹介）」</a:t>
            </a:r>
          </a:p>
          <a:p>
            <a:r>
              <a:rPr lang="ja-JP" altLang="ja-JP" dirty="0"/>
              <a:t>- ページ５「商品紹介（販売している果実・おすすめ商品・料金・保存方法）」</a:t>
            </a:r>
          </a:p>
          <a:p>
            <a:r>
              <a:rPr lang="ja-JP" altLang="ja-JP" dirty="0"/>
              <a:t>- ページ６「営業時間・お知らせ」</a:t>
            </a:r>
          </a:p>
          <a:p>
            <a:r>
              <a:rPr lang="ja-JP" altLang="ja-JP" dirty="0"/>
              <a:t>- ページ７「アクセス・お問い合わせ」</a:t>
            </a:r>
          </a:p>
          <a:p>
            <a:r>
              <a:rPr lang="ja-JP" altLang="ja-JP" dirty="0"/>
              <a:t>- ページ８「注文案内・オンラインショップリンク」</a:t>
            </a:r>
          </a:p>
        </p:txBody>
      </p:sp>
    </p:spTree>
    <p:extLst>
      <p:ext uri="{BB962C8B-B14F-4D97-AF65-F5344CB8AC3E}">
        <p14:creationId xmlns:p14="http://schemas.microsoft.com/office/powerpoint/2010/main" val="402550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CE260DC-07DC-D277-A73C-C58FD1FF3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r"/>
            <a:r>
              <a:rPr kumimoji="1" lang="ja-JP" altLang="en-US" sz="5400" dirty="0">
                <a:solidFill>
                  <a:schemeClr val="bg2"/>
                </a:solidFill>
              </a:rPr>
              <a:t>チラシ課題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3E306B-9A03-89C8-4143-42B7868D9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720" y="791570"/>
            <a:ext cx="4892308" cy="5262390"/>
          </a:xfrm>
        </p:spPr>
        <p:txBody>
          <a:bodyPr anchor="ctr">
            <a:normAutofit/>
          </a:bodyPr>
          <a:lstStyle/>
          <a:p>
            <a:r>
              <a:rPr kumimoji="1" lang="ja-JP" altLang="en-US" sz="5400" dirty="0"/>
              <a:t>果樹園サイトの紹介</a:t>
            </a:r>
          </a:p>
        </p:txBody>
      </p:sp>
    </p:spTree>
    <p:extLst>
      <p:ext uri="{BB962C8B-B14F-4D97-AF65-F5344CB8AC3E}">
        <p14:creationId xmlns:p14="http://schemas.microsoft.com/office/powerpoint/2010/main" val="1828314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DBC680D-19D8-67D9-0D22-AAD6DD772B2C}"/>
              </a:ext>
            </a:extLst>
          </p:cNvPr>
          <p:cNvSpPr txBox="1"/>
          <p:nvPr/>
        </p:nvSpPr>
        <p:spPr>
          <a:xfrm>
            <a:off x="1329267" y="457200"/>
            <a:ext cx="300595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チラシ内容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801EBB-7DE6-D2F7-D6DE-A5253A71AF24}"/>
              </a:ext>
            </a:extLst>
          </p:cNvPr>
          <p:cNvSpPr txBox="1"/>
          <p:nvPr/>
        </p:nvSpPr>
        <p:spPr>
          <a:xfrm>
            <a:off x="1329267" y="1876485"/>
            <a:ext cx="357020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4800" dirty="0"/>
              <a:t>- タイトル</a:t>
            </a:r>
          </a:p>
          <a:p>
            <a:r>
              <a:rPr lang="ja-JP" altLang="ja-JP" sz="4800" dirty="0"/>
              <a:t>- 果樹園紹介</a:t>
            </a:r>
          </a:p>
          <a:p>
            <a:r>
              <a:rPr lang="ja-JP" altLang="ja-JP" sz="4800" dirty="0"/>
              <a:t>- 果実紹介</a:t>
            </a:r>
          </a:p>
          <a:p>
            <a:r>
              <a:rPr lang="ja-JP" altLang="ja-JP" sz="4800" dirty="0"/>
              <a:t>- 商品紹介</a:t>
            </a:r>
          </a:p>
          <a:p>
            <a:pPr marL="685800" indent="-685800">
              <a:buFontTx/>
              <a:buChar char="-"/>
            </a:pPr>
            <a:r>
              <a:rPr lang="ja-JP" altLang="ja-JP" sz="4800" dirty="0"/>
              <a:t>営業時間</a:t>
            </a:r>
            <a:endParaRPr lang="en-US" altLang="ja-JP" sz="4800" dirty="0"/>
          </a:p>
          <a:p>
            <a:pPr marL="685800" indent="-685800">
              <a:buFontTx/>
              <a:buChar char="-"/>
            </a:pPr>
            <a:r>
              <a:rPr lang="ja-JP" altLang="ja-JP" sz="4800" dirty="0"/>
              <a:t>QRコード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237AD53-019B-EE6B-38CB-31824031F221}"/>
              </a:ext>
            </a:extLst>
          </p:cNvPr>
          <p:cNvSpPr/>
          <p:nvPr/>
        </p:nvSpPr>
        <p:spPr>
          <a:xfrm>
            <a:off x="5183529" y="0"/>
            <a:ext cx="6923590" cy="68113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5FE6106-75EE-3BD7-1D3B-25F9C8DDEA35}"/>
              </a:ext>
            </a:extLst>
          </p:cNvPr>
          <p:cNvSpPr/>
          <p:nvPr/>
        </p:nvSpPr>
        <p:spPr>
          <a:xfrm>
            <a:off x="5294453" y="46623"/>
            <a:ext cx="6701742" cy="136581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4400" dirty="0">
                <a:solidFill>
                  <a:schemeClr val="tx1"/>
                </a:solidFill>
              </a:rPr>
              <a:t>タイトル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B0B9830-0AB5-0C81-7681-0E238579DB59}"/>
              </a:ext>
            </a:extLst>
          </p:cNvPr>
          <p:cNvSpPr/>
          <p:nvPr/>
        </p:nvSpPr>
        <p:spPr>
          <a:xfrm>
            <a:off x="5341395" y="1506204"/>
            <a:ext cx="6654800" cy="18042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4400" dirty="0">
                <a:solidFill>
                  <a:schemeClr val="tx1"/>
                </a:solidFill>
              </a:rPr>
              <a:t>果樹園の紹介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D955D00-C3CE-1223-50BA-F0A75B83F9C3}"/>
              </a:ext>
            </a:extLst>
          </p:cNvPr>
          <p:cNvSpPr/>
          <p:nvPr/>
        </p:nvSpPr>
        <p:spPr>
          <a:xfrm>
            <a:off x="5341395" y="3404236"/>
            <a:ext cx="3194123" cy="18925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果実紹介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1B0A297-2D06-3492-4090-967AA55099CE}"/>
              </a:ext>
            </a:extLst>
          </p:cNvPr>
          <p:cNvSpPr/>
          <p:nvPr/>
        </p:nvSpPr>
        <p:spPr>
          <a:xfrm>
            <a:off x="8547246" y="3404235"/>
            <a:ext cx="3448949" cy="18925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商品紹介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55BD89D-F29C-03AD-EA9C-41A0CF77DA71}"/>
              </a:ext>
            </a:extLst>
          </p:cNvPr>
          <p:cNvSpPr/>
          <p:nvPr/>
        </p:nvSpPr>
        <p:spPr>
          <a:xfrm>
            <a:off x="5341395" y="5492187"/>
            <a:ext cx="6701742" cy="136581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4400" dirty="0">
                <a:solidFill>
                  <a:schemeClr val="tx1"/>
                </a:solidFill>
              </a:rPr>
              <a:t>営業時間・</a:t>
            </a:r>
            <a:r>
              <a:rPr kumimoji="1" lang="en-US" altLang="ja-JP" sz="4400" dirty="0">
                <a:solidFill>
                  <a:schemeClr val="tx1"/>
                </a:solidFill>
              </a:rPr>
              <a:t>QR</a:t>
            </a:r>
            <a:r>
              <a:rPr kumimoji="1" lang="ja-JP" altLang="en-US" sz="4400" dirty="0">
                <a:solidFill>
                  <a:schemeClr val="tx1"/>
                </a:solidFill>
              </a:rPr>
              <a:t>コード</a:t>
            </a:r>
          </a:p>
        </p:txBody>
      </p:sp>
    </p:spTree>
    <p:extLst>
      <p:ext uri="{BB962C8B-B14F-4D97-AF65-F5344CB8AC3E}">
        <p14:creationId xmlns:p14="http://schemas.microsoft.com/office/powerpoint/2010/main" val="2463679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812C54-7AEF-4ABB-826E-221F51CB0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1F40E4-8A76-44CF-91EC-907367352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6"/>
            <a:ext cx="304441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171013-D973-4187-9CF2-EE098EEF8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81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C7EAAE-7792-303F-4F84-76277414B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3064" y="2226868"/>
            <a:ext cx="7705164" cy="2877568"/>
          </a:xfrm>
        </p:spPr>
        <p:txBody>
          <a:bodyPr>
            <a:noAutofit/>
          </a:bodyPr>
          <a:lstStyle/>
          <a:p>
            <a:r>
              <a:rPr kumimoji="1" lang="ja-JP" altLang="en-US" sz="3200" dirty="0"/>
              <a:t>７月　　　　　デザイン案を制作　</a:t>
            </a:r>
            <a:endParaRPr kumimoji="1" lang="en-US" altLang="ja-JP" sz="3200" dirty="0"/>
          </a:p>
          <a:p>
            <a:r>
              <a:rPr lang="ja-JP" altLang="en-US" sz="3200" dirty="0"/>
              <a:t>８月　　　　　素材集め・加工編集</a:t>
            </a:r>
            <a:endParaRPr lang="en-US" altLang="ja-JP" sz="3200" dirty="0"/>
          </a:p>
          <a:p>
            <a:r>
              <a:rPr kumimoji="1" lang="ja-JP" altLang="en-US" sz="3200" dirty="0"/>
              <a:t>９月～１１月　</a:t>
            </a:r>
            <a:r>
              <a:rPr lang="en-US" altLang="ja-JP" sz="3200" dirty="0"/>
              <a:t>Web</a:t>
            </a:r>
            <a:r>
              <a:rPr lang="ja-JP" altLang="en-US" sz="3200" dirty="0"/>
              <a:t>サイト制作</a:t>
            </a:r>
            <a:endParaRPr kumimoji="1" lang="en-US" altLang="ja-JP" sz="3200" dirty="0"/>
          </a:p>
          <a:p>
            <a:r>
              <a:rPr lang="ja-JP" altLang="en-US" sz="3200" dirty="0"/>
              <a:t>１２月　　　　最終確認</a:t>
            </a:r>
            <a:endParaRPr lang="en-US" altLang="ja-JP" sz="320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97DBDC4-8E7F-6F8D-BFB0-82D9C9230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9632" y="3016250"/>
            <a:ext cx="7705164" cy="1485900"/>
          </a:xfrm>
        </p:spPr>
        <p:txBody>
          <a:bodyPr>
            <a:norm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</a:rPr>
              <a:t>今後の流れ</a:t>
            </a:r>
          </a:p>
        </p:txBody>
      </p:sp>
    </p:spTree>
    <p:extLst>
      <p:ext uri="{BB962C8B-B14F-4D97-AF65-F5344CB8AC3E}">
        <p14:creationId xmlns:p14="http://schemas.microsoft.com/office/powerpoint/2010/main" val="2363498668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1906</TotalTime>
  <Words>331</Words>
  <Application>Microsoft Office PowerPoint</Application>
  <PresentationFormat>ワイド画面</PresentationFormat>
  <Paragraphs>55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3" baseType="lpstr">
      <vt:lpstr>Franklin Gothic Book</vt:lpstr>
      <vt:lpstr>トリミング</vt:lpstr>
      <vt:lpstr>卒業制作 テーマ・中間発表</vt:lpstr>
      <vt:lpstr>もくじ</vt:lpstr>
      <vt:lpstr>テーマ１</vt:lpstr>
      <vt:lpstr>目的</vt:lpstr>
      <vt:lpstr>サイトの内容</vt:lpstr>
      <vt:lpstr>テーマ２</vt:lpstr>
      <vt:lpstr>目的</vt:lpstr>
      <vt:lpstr>サイトの内容</vt:lpstr>
      <vt:lpstr>チラシ課題</vt:lpstr>
      <vt:lpstr>PowerPoint プレゼンテーション</vt:lpstr>
      <vt:lpstr>今後の流れ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伊藤　千裕</dc:creator>
  <cp:lastModifiedBy>伊藤　千裕</cp:lastModifiedBy>
  <cp:revision>7</cp:revision>
  <dcterms:created xsi:type="dcterms:W3CDTF">2026-07-02T00:44:32Z</dcterms:created>
  <dcterms:modified xsi:type="dcterms:W3CDTF">2026-07-06T07:04:51Z</dcterms:modified>
</cp:coreProperties>
</file>